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Heading Now 31-38 Bold" charset="1" panose="00000000000000000000"/>
      <p:regular r:id="rId14"/>
    </p:embeddedFont>
    <p:embeddedFont>
      <p:font typeface="Heading Now 31-38" charset="1" panose="0000000000000000000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.png" Type="http://schemas.openxmlformats.org/officeDocument/2006/relationships/image"/><Relationship Id="rId11" Target="../media/image9.png" Type="http://schemas.openxmlformats.org/officeDocument/2006/relationships/image"/><Relationship Id="rId2" Target="../media/image10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11.png" Type="http://schemas.openxmlformats.org/officeDocument/2006/relationships/image"/><Relationship Id="rId7" Target="../media/image7.png" Type="http://schemas.openxmlformats.org/officeDocument/2006/relationships/image"/><Relationship Id="rId8" Target="../media/image8.pn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.png" Type="http://schemas.openxmlformats.org/officeDocument/2006/relationships/image"/><Relationship Id="rId11" Target="../media/image9.png" Type="http://schemas.openxmlformats.org/officeDocument/2006/relationships/image"/><Relationship Id="rId2" Target="../media/image10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11.png" Type="http://schemas.openxmlformats.org/officeDocument/2006/relationships/image"/><Relationship Id="rId7" Target="../media/image7.png" Type="http://schemas.openxmlformats.org/officeDocument/2006/relationships/image"/><Relationship Id="rId8" Target="../media/image8.pn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2.png" Type="http://schemas.openxmlformats.org/officeDocument/2006/relationships/image"/><Relationship Id="rId2" Target="../media/image10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11.png" Type="http://schemas.openxmlformats.org/officeDocument/2006/relationships/image"/><Relationship Id="rId7" Target="../media/image7.png" Type="http://schemas.openxmlformats.org/officeDocument/2006/relationships/image"/><Relationship Id="rId8" Target="../media/image8.pn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2.png" Type="http://schemas.openxmlformats.org/officeDocument/2006/relationships/image"/><Relationship Id="rId2" Target="../media/image10.png" Type="http://schemas.openxmlformats.org/officeDocument/2006/relationships/image"/><Relationship Id="rId3" Target="../media/image4.png" Type="http://schemas.openxmlformats.org/officeDocument/2006/relationships/image"/><Relationship Id="rId4" Target="../media/image11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Relationship Id="rId7" Target="../media/image7.png" Type="http://schemas.openxmlformats.org/officeDocument/2006/relationships/image"/><Relationship Id="rId8" Target="../media/image8.pn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2.png" Type="http://schemas.openxmlformats.org/officeDocument/2006/relationships/image"/><Relationship Id="rId2" Target="../media/image10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11.png" Type="http://schemas.openxmlformats.org/officeDocument/2006/relationships/image"/><Relationship Id="rId7" Target="../media/image7.png" Type="http://schemas.openxmlformats.org/officeDocument/2006/relationships/image"/><Relationship Id="rId8" Target="../media/image8.pn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2.png" Type="http://schemas.openxmlformats.org/officeDocument/2006/relationships/image"/><Relationship Id="rId2" Target="../media/image10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11.png" Type="http://schemas.openxmlformats.org/officeDocument/2006/relationships/image"/><Relationship Id="rId7" Target="../media/image7.png" Type="http://schemas.openxmlformats.org/officeDocument/2006/relationships/image"/><Relationship Id="rId8" Target="../media/image8.pn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png" Type="http://schemas.openxmlformats.org/officeDocument/2006/relationships/image"/><Relationship Id="rId11" Target="../media/image22.png" Type="http://schemas.openxmlformats.org/officeDocument/2006/relationships/image"/><Relationship Id="rId12" Target="../media/image23.png" Type="http://schemas.openxmlformats.org/officeDocument/2006/relationships/image"/><Relationship Id="rId13" Target="../media/image24.png" Type="http://schemas.openxmlformats.org/officeDocument/2006/relationships/image"/><Relationship Id="rId14" Target="../media/image2.png" Type="http://schemas.openxmlformats.org/officeDocument/2006/relationships/image"/><Relationship Id="rId2" Target="../media/image13.pn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Relationship Id="rId6" Target="../media/image17.png" Type="http://schemas.openxmlformats.org/officeDocument/2006/relationships/image"/><Relationship Id="rId7" Target="../media/image18.png" Type="http://schemas.openxmlformats.org/officeDocument/2006/relationships/image"/><Relationship Id="rId8" Target="../media/image19.png" Type="http://schemas.openxmlformats.org/officeDocument/2006/relationships/image"/><Relationship Id="rId9" Target="../media/image2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8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416893" y="4930326"/>
            <a:ext cx="1790743" cy="1009954"/>
          </a:xfrm>
          <a:custGeom>
            <a:avLst/>
            <a:gdLst/>
            <a:ahLst/>
            <a:cxnLst/>
            <a:rect r="r" b="b" t="t" l="l"/>
            <a:pathLst>
              <a:path h="1009954" w="1790743">
                <a:moveTo>
                  <a:pt x="0" y="0"/>
                </a:moveTo>
                <a:lnTo>
                  <a:pt x="1790744" y="0"/>
                </a:lnTo>
                <a:lnTo>
                  <a:pt x="1790744" y="1009954"/>
                </a:lnTo>
                <a:lnTo>
                  <a:pt x="0" y="10099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9000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36677" y="6563781"/>
            <a:ext cx="2260718" cy="743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71"/>
              </a:lnSpc>
            </a:pPr>
            <a:r>
              <a:rPr lang="en-US" b="true" sz="4771" spc="46">
                <a:solidFill>
                  <a:srgbClr val="4E4A76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TEAM NAME 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36677" y="4655619"/>
            <a:ext cx="5932460" cy="807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48"/>
              </a:lnSpc>
            </a:pPr>
            <a:r>
              <a:rPr lang="en-US" b="true" sz="5148" spc="50">
                <a:solidFill>
                  <a:srgbClr val="1A2651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PROBLEM STATEMENT TITLE :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36677" y="3700840"/>
            <a:ext cx="6250076" cy="807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48"/>
              </a:lnSpc>
            </a:pPr>
            <a:r>
              <a:rPr lang="en-US" b="true" sz="5148" spc="50">
                <a:solidFill>
                  <a:srgbClr val="4E4A76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DOMAIN &amp; NO :</a:t>
            </a:r>
            <a:r>
              <a:rPr lang="en-US" b="true" sz="5148" spc="50">
                <a:solidFill>
                  <a:srgbClr val="161F3E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  </a:t>
            </a:r>
            <a:r>
              <a:rPr lang="en-US" sz="5148" spc="50">
                <a:solidFill>
                  <a:srgbClr val="161F3E"/>
                </a:solidFill>
                <a:latin typeface="Heading Now 31-38"/>
                <a:ea typeface="Heading Now 31-38"/>
                <a:cs typeface="Heading Now 31-38"/>
                <a:sym typeface="Heading Now 31-38"/>
              </a:rPr>
              <a:t>1, C-01 (EXAMPLE)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36677" y="7525335"/>
            <a:ext cx="2119254" cy="707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2"/>
              </a:lnSpc>
            </a:pPr>
            <a:r>
              <a:rPr lang="en-US" b="true" sz="4472" spc="43">
                <a:solidFill>
                  <a:srgbClr val="4E4A76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TEAM ID :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6127273" y="239946"/>
            <a:ext cx="2160727" cy="2160727"/>
          </a:xfrm>
          <a:custGeom>
            <a:avLst/>
            <a:gdLst/>
            <a:ahLst/>
            <a:cxnLst/>
            <a:rect r="r" b="b" t="t" l="l"/>
            <a:pathLst>
              <a:path h="2160727" w="2160727">
                <a:moveTo>
                  <a:pt x="0" y="0"/>
                </a:moveTo>
                <a:lnTo>
                  <a:pt x="2160727" y="0"/>
                </a:lnTo>
                <a:lnTo>
                  <a:pt x="2160727" y="2160727"/>
                </a:lnTo>
                <a:lnTo>
                  <a:pt x="0" y="21607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94418" y="366545"/>
            <a:ext cx="4010276" cy="2096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06"/>
              </a:lnSpc>
            </a:pPr>
            <a:r>
              <a:rPr lang="en-US" b="true" sz="13306" spc="129">
                <a:solidFill>
                  <a:srgbClr val="3C3B56">
                    <a:alpha val="84706"/>
                  </a:srgbClr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VORTEXA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686268" y="366545"/>
            <a:ext cx="1413653" cy="2096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06"/>
              </a:lnSpc>
            </a:pPr>
            <a:r>
              <a:rPr lang="en-US" b="true" sz="13306" spc="129">
                <a:solidFill>
                  <a:srgbClr val="7F5E87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3.0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427876" y="2201546"/>
            <a:ext cx="5496285" cy="239623"/>
          </a:xfrm>
          <a:custGeom>
            <a:avLst/>
            <a:gdLst/>
            <a:ahLst/>
            <a:cxnLst/>
            <a:rect r="r" b="b" t="t" l="l"/>
            <a:pathLst>
              <a:path h="239623" w="5496285">
                <a:moveTo>
                  <a:pt x="0" y="0"/>
                </a:moveTo>
                <a:lnTo>
                  <a:pt x="5496285" y="0"/>
                </a:lnTo>
                <a:lnTo>
                  <a:pt x="5496285" y="239623"/>
                </a:lnTo>
                <a:lnTo>
                  <a:pt x="0" y="2396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6181496" y="1747988"/>
            <a:ext cx="2453149" cy="573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8"/>
              </a:lnSpc>
            </a:pPr>
            <a:r>
              <a:rPr lang="en-US" b="true" sz="3608" spc="89">
                <a:solidFill>
                  <a:srgbClr val="3F3F3F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12 HRS HACKATHON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36677" y="2531879"/>
            <a:ext cx="2119254" cy="431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1"/>
              </a:lnSpc>
            </a:pPr>
            <a:r>
              <a:rPr lang="en-US" b="true" sz="2721" spc="67">
                <a:solidFill>
                  <a:srgbClr val="161F3E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POWERED BY </a:t>
            </a:r>
            <a:r>
              <a:rPr lang="en-US" b="true" sz="2721" spc="67">
                <a:solidFill>
                  <a:srgbClr val="4E4A76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A.I.R.S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0" y="-303755"/>
            <a:ext cx="1750048" cy="10607152"/>
          </a:xfrm>
          <a:custGeom>
            <a:avLst/>
            <a:gdLst/>
            <a:ahLst/>
            <a:cxnLst/>
            <a:rect r="r" b="b" t="t" l="l"/>
            <a:pathLst>
              <a:path h="10607152" w="1750048">
                <a:moveTo>
                  <a:pt x="0" y="0"/>
                </a:moveTo>
                <a:lnTo>
                  <a:pt x="1750048" y="0"/>
                </a:lnTo>
                <a:lnTo>
                  <a:pt x="1750048" y="10607153"/>
                </a:lnTo>
                <a:lnTo>
                  <a:pt x="0" y="1060715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785" t="0" r="-3785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4361330" y="6635716"/>
            <a:ext cx="1750048" cy="1727254"/>
          </a:xfrm>
          <a:custGeom>
            <a:avLst/>
            <a:gdLst/>
            <a:ahLst/>
            <a:cxnLst/>
            <a:rect r="r" b="b" t="t" l="l"/>
            <a:pathLst>
              <a:path h="1727254" w="1750048">
                <a:moveTo>
                  <a:pt x="0" y="0"/>
                </a:moveTo>
                <a:lnTo>
                  <a:pt x="1750048" y="0"/>
                </a:lnTo>
                <a:lnTo>
                  <a:pt x="1750048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2739803" y="7046873"/>
            <a:ext cx="5548197" cy="3256525"/>
          </a:xfrm>
          <a:custGeom>
            <a:avLst/>
            <a:gdLst/>
            <a:ahLst/>
            <a:cxnLst/>
            <a:rect r="r" b="b" t="t" l="l"/>
            <a:pathLst>
              <a:path h="3256525" w="5548197">
                <a:moveTo>
                  <a:pt x="0" y="0"/>
                </a:moveTo>
                <a:lnTo>
                  <a:pt x="5548197" y="0"/>
                </a:lnTo>
                <a:lnTo>
                  <a:pt x="5548197" y="3256525"/>
                </a:lnTo>
                <a:lnTo>
                  <a:pt x="0" y="32565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9154" r="0" b="-3059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6975464" y="5455062"/>
            <a:ext cx="1312536" cy="4088563"/>
          </a:xfrm>
          <a:custGeom>
            <a:avLst/>
            <a:gdLst/>
            <a:ahLst/>
            <a:cxnLst/>
            <a:rect r="r" b="b" t="t" l="l"/>
            <a:pathLst>
              <a:path h="4088563" w="1312536">
                <a:moveTo>
                  <a:pt x="0" y="0"/>
                </a:moveTo>
                <a:lnTo>
                  <a:pt x="1312536" y="0"/>
                </a:lnTo>
                <a:lnTo>
                  <a:pt x="1312536" y="4088563"/>
                </a:lnTo>
                <a:lnTo>
                  <a:pt x="0" y="408856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6706941" y="7046873"/>
            <a:ext cx="1104718" cy="2372241"/>
          </a:xfrm>
          <a:custGeom>
            <a:avLst/>
            <a:gdLst/>
            <a:ahLst/>
            <a:cxnLst/>
            <a:rect r="r" b="b" t="t" l="l"/>
            <a:pathLst>
              <a:path h="2372241" w="1104718">
                <a:moveTo>
                  <a:pt x="0" y="0"/>
                </a:moveTo>
                <a:lnTo>
                  <a:pt x="1104718" y="0"/>
                </a:lnTo>
                <a:lnTo>
                  <a:pt x="1104718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4727951" y="2550929"/>
            <a:ext cx="3560049" cy="1756785"/>
          </a:xfrm>
          <a:custGeom>
            <a:avLst/>
            <a:gdLst/>
            <a:ahLst/>
            <a:cxnLst/>
            <a:rect r="r" b="b" t="t" l="l"/>
            <a:pathLst>
              <a:path h="1756785" w="3560049">
                <a:moveTo>
                  <a:pt x="0" y="0"/>
                </a:moveTo>
                <a:lnTo>
                  <a:pt x="3560049" y="0"/>
                </a:lnTo>
                <a:lnTo>
                  <a:pt x="3560049" y="1756784"/>
                </a:lnTo>
                <a:lnTo>
                  <a:pt x="0" y="175678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57000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479517"/>
            <a:chOff x="0" y="0"/>
            <a:chExt cx="24384000" cy="1397268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33397" cy="13147537"/>
            </a:xfrm>
            <a:custGeom>
              <a:avLst/>
              <a:gdLst/>
              <a:ahLst/>
              <a:cxnLst/>
              <a:rect r="r" b="b" t="t" l="l"/>
              <a:pathLst>
                <a:path h="13147537" w="2333397">
                  <a:moveTo>
                    <a:pt x="0" y="0"/>
                  </a:moveTo>
                  <a:lnTo>
                    <a:pt x="2333397" y="0"/>
                  </a:lnTo>
                  <a:lnTo>
                    <a:pt x="2333397" y="13147537"/>
                  </a:lnTo>
                  <a:lnTo>
                    <a:pt x="0" y="131475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9148440" y="8847622"/>
              <a:ext cx="2333397" cy="2303005"/>
            </a:xfrm>
            <a:custGeom>
              <a:avLst/>
              <a:gdLst/>
              <a:ahLst/>
              <a:cxnLst/>
              <a:rect r="r" b="b" t="t" l="l"/>
              <a:pathLst>
                <a:path h="2303005" w="2333397">
                  <a:moveTo>
                    <a:pt x="0" y="0"/>
                  </a:moveTo>
                  <a:lnTo>
                    <a:pt x="2333397" y="0"/>
                  </a:lnTo>
                  <a:lnTo>
                    <a:pt x="2333397" y="2303005"/>
                  </a:lnTo>
                  <a:lnTo>
                    <a:pt x="0" y="2303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7412976" y="9395831"/>
              <a:ext cx="6971024" cy="4342033"/>
            </a:xfrm>
            <a:custGeom>
              <a:avLst/>
              <a:gdLst/>
              <a:ahLst/>
              <a:cxnLst/>
              <a:rect r="r" b="b" t="t" l="l"/>
              <a:pathLst>
                <a:path h="4342033" w="6971024">
                  <a:moveTo>
                    <a:pt x="0" y="0"/>
                  </a:moveTo>
                  <a:lnTo>
                    <a:pt x="6971024" y="0"/>
                  </a:lnTo>
                  <a:lnTo>
                    <a:pt x="6971024" y="4342033"/>
                  </a:lnTo>
                  <a:lnTo>
                    <a:pt x="0" y="4342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5743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9395831"/>
              <a:ext cx="1750048" cy="4576859"/>
            </a:xfrm>
            <a:custGeom>
              <a:avLst/>
              <a:gdLst/>
              <a:ahLst/>
              <a:cxnLst/>
              <a:rect r="r" b="b" t="t" l="l"/>
              <a:pathLst>
                <a:path h="4576859" w="1750048">
                  <a:moveTo>
                    <a:pt x="0" y="0"/>
                  </a:moveTo>
                  <a:lnTo>
                    <a:pt x="1750048" y="0"/>
                  </a:lnTo>
                  <a:lnTo>
                    <a:pt x="1750048" y="4576858"/>
                  </a:lnTo>
                  <a:lnTo>
                    <a:pt x="0" y="4576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22633952" y="7273416"/>
              <a:ext cx="1750048" cy="5451418"/>
            </a:xfrm>
            <a:custGeom>
              <a:avLst/>
              <a:gdLst/>
              <a:ahLst/>
              <a:cxnLst/>
              <a:rect r="r" b="b" t="t" l="l"/>
              <a:pathLst>
                <a:path h="5451418" w="1750048">
                  <a:moveTo>
                    <a:pt x="0" y="0"/>
                  </a:moveTo>
                  <a:lnTo>
                    <a:pt x="1750048" y="0"/>
                  </a:lnTo>
                  <a:lnTo>
                    <a:pt x="1750048" y="5451417"/>
                  </a:lnTo>
                  <a:lnTo>
                    <a:pt x="0" y="54514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22275922" y="9395831"/>
              <a:ext cx="1472957" cy="3162988"/>
            </a:xfrm>
            <a:custGeom>
              <a:avLst/>
              <a:gdLst/>
              <a:ahLst/>
              <a:cxnLst/>
              <a:rect r="r" b="b" t="t" l="l"/>
              <a:pathLst>
                <a:path h="3162988" w="1472957">
                  <a:moveTo>
                    <a:pt x="0" y="0"/>
                  </a:moveTo>
                  <a:lnTo>
                    <a:pt x="1472956" y="0"/>
                  </a:lnTo>
                  <a:lnTo>
                    <a:pt x="1472956" y="3162988"/>
                  </a:lnTo>
                  <a:lnTo>
                    <a:pt x="0" y="3162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-1418328" y="-57150"/>
            <a:ext cx="8831116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00"/>
              </a:lnSpc>
            </a:pPr>
            <a:r>
              <a:rPr lang="en-US" b="true" sz="7500" spc="150">
                <a:solidFill>
                  <a:srgbClr val="172243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PROBLEM STATEMENT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255295" y="1028700"/>
            <a:ext cx="5020450" cy="535667"/>
          </a:xfrm>
          <a:custGeom>
            <a:avLst/>
            <a:gdLst/>
            <a:ahLst/>
            <a:cxnLst/>
            <a:rect r="r" b="b" t="t" l="l"/>
            <a:pathLst>
              <a:path h="535667" w="5020450">
                <a:moveTo>
                  <a:pt x="0" y="0"/>
                </a:moveTo>
                <a:lnTo>
                  <a:pt x="5020450" y="0"/>
                </a:lnTo>
                <a:lnTo>
                  <a:pt x="5020450" y="535667"/>
                </a:lnTo>
                <a:lnTo>
                  <a:pt x="0" y="5356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250" t="0" r="-1125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6178937" y="216170"/>
            <a:ext cx="2160727" cy="2160727"/>
          </a:xfrm>
          <a:custGeom>
            <a:avLst/>
            <a:gdLst/>
            <a:ahLst/>
            <a:cxnLst/>
            <a:rect r="r" b="b" t="t" l="l"/>
            <a:pathLst>
              <a:path h="2160727" w="2160727">
                <a:moveTo>
                  <a:pt x="0" y="0"/>
                </a:moveTo>
                <a:lnTo>
                  <a:pt x="2160726" y="0"/>
                </a:lnTo>
                <a:lnTo>
                  <a:pt x="2160726" y="2160727"/>
                </a:lnTo>
                <a:lnTo>
                  <a:pt x="0" y="216072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3923818" y="2160727"/>
            <a:ext cx="4364182" cy="2153601"/>
          </a:xfrm>
          <a:custGeom>
            <a:avLst/>
            <a:gdLst/>
            <a:ahLst/>
            <a:cxnLst/>
            <a:rect r="r" b="b" t="t" l="l"/>
            <a:pathLst>
              <a:path h="2153601" w="4364182">
                <a:moveTo>
                  <a:pt x="0" y="0"/>
                </a:moveTo>
                <a:lnTo>
                  <a:pt x="4364182" y="0"/>
                </a:lnTo>
                <a:lnTo>
                  <a:pt x="4364182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68000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479517"/>
            <a:chOff x="0" y="0"/>
            <a:chExt cx="24384000" cy="1397268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33397" cy="13147537"/>
            </a:xfrm>
            <a:custGeom>
              <a:avLst/>
              <a:gdLst/>
              <a:ahLst/>
              <a:cxnLst/>
              <a:rect r="r" b="b" t="t" l="l"/>
              <a:pathLst>
                <a:path h="13147537" w="2333397">
                  <a:moveTo>
                    <a:pt x="0" y="0"/>
                  </a:moveTo>
                  <a:lnTo>
                    <a:pt x="2333397" y="0"/>
                  </a:lnTo>
                  <a:lnTo>
                    <a:pt x="2333397" y="13147537"/>
                  </a:lnTo>
                  <a:lnTo>
                    <a:pt x="0" y="131475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9148440" y="8847622"/>
              <a:ext cx="2333397" cy="2303005"/>
            </a:xfrm>
            <a:custGeom>
              <a:avLst/>
              <a:gdLst/>
              <a:ahLst/>
              <a:cxnLst/>
              <a:rect r="r" b="b" t="t" l="l"/>
              <a:pathLst>
                <a:path h="2303005" w="2333397">
                  <a:moveTo>
                    <a:pt x="0" y="0"/>
                  </a:moveTo>
                  <a:lnTo>
                    <a:pt x="2333397" y="0"/>
                  </a:lnTo>
                  <a:lnTo>
                    <a:pt x="2333397" y="2303005"/>
                  </a:lnTo>
                  <a:lnTo>
                    <a:pt x="0" y="2303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7412976" y="9395831"/>
              <a:ext cx="6971024" cy="4342033"/>
            </a:xfrm>
            <a:custGeom>
              <a:avLst/>
              <a:gdLst/>
              <a:ahLst/>
              <a:cxnLst/>
              <a:rect r="r" b="b" t="t" l="l"/>
              <a:pathLst>
                <a:path h="4342033" w="6971024">
                  <a:moveTo>
                    <a:pt x="0" y="0"/>
                  </a:moveTo>
                  <a:lnTo>
                    <a:pt x="6971024" y="0"/>
                  </a:lnTo>
                  <a:lnTo>
                    <a:pt x="6971024" y="4342033"/>
                  </a:lnTo>
                  <a:lnTo>
                    <a:pt x="0" y="4342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5743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9395831"/>
              <a:ext cx="1750048" cy="4576859"/>
            </a:xfrm>
            <a:custGeom>
              <a:avLst/>
              <a:gdLst/>
              <a:ahLst/>
              <a:cxnLst/>
              <a:rect r="r" b="b" t="t" l="l"/>
              <a:pathLst>
                <a:path h="4576859" w="1750048">
                  <a:moveTo>
                    <a:pt x="0" y="0"/>
                  </a:moveTo>
                  <a:lnTo>
                    <a:pt x="1750048" y="0"/>
                  </a:lnTo>
                  <a:lnTo>
                    <a:pt x="1750048" y="4576858"/>
                  </a:lnTo>
                  <a:lnTo>
                    <a:pt x="0" y="4576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22633952" y="7273416"/>
              <a:ext cx="1750048" cy="5451418"/>
            </a:xfrm>
            <a:custGeom>
              <a:avLst/>
              <a:gdLst/>
              <a:ahLst/>
              <a:cxnLst/>
              <a:rect r="r" b="b" t="t" l="l"/>
              <a:pathLst>
                <a:path h="5451418" w="1750048">
                  <a:moveTo>
                    <a:pt x="0" y="0"/>
                  </a:moveTo>
                  <a:lnTo>
                    <a:pt x="1750048" y="0"/>
                  </a:lnTo>
                  <a:lnTo>
                    <a:pt x="1750048" y="5451417"/>
                  </a:lnTo>
                  <a:lnTo>
                    <a:pt x="0" y="54514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22275922" y="9395831"/>
              <a:ext cx="1472957" cy="3162988"/>
            </a:xfrm>
            <a:custGeom>
              <a:avLst/>
              <a:gdLst/>
              <a:ahLst/>
              <a:cxnLst/>
              <a:rect r="r" b="b" t="t" l="l"/>
              <a:pathLst>
                <a:path h="3162988" w="1472957">
                  <a:moveTo>
                    <a:pt x="0" y="0"/>
                  </a:moveTo>
                  <a:lnTo>
                    <a:pt x="1472956" y="0"/>
                  </a:lnTo>
                  <a:lnTo>
                    <a:pt x="1472956" y="3162988"/>
                  </a:lnTo>
                  <a:lnTo>
                    <a:pt x="0" y="3162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0" y="-57150"/>
            <a:ext cx="8831116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00"/>
              </a:lnSpc>
            </a:pPr>
            <a:r>
              <a:rPr lang="en-US" b="true" sz="7500" spc="150">
                <a:solidFill>
                  <a:srgbClr val="172243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IDEA TITLE / PROPOSED SOLUTION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255295" y="1028700"/>
            <a:ext cx="5020450" cy="535667"/>
          </a:xfrm>
          <a:custGeom>
            <a:avLst/>
            <a:gdLst/>
            <a:ahLst/>
            <a:cxnLst/>
            <a:rect r="r" b="b" t="t" l="l"/>
            <a:pathLst>
              <a:path h="535667" w="5020450">
                <a:moveTo>
                  <a:pt x="0" y="0"/>
                </a:moveTo>
                <a:lnTo>
                  <a:pt x="5020450" y="0"/>
                </a:lnTo>
                <a:lnTo>
                  <a:pt x="5020450" y="535667"/>
                </a:lnTo>
                <a:lnTo>
                  <a:pt x="0" y="5356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250" t="0" r="-1125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6178937" y="216170"/>
            <a:ext cx="2160727" cy="2160727"/>
          </a:xfrm>
          <a:custGeom>
            <a:avLst/>
            <a:gdLst/>
            <a:ahLst/>
            <a:cxnLst/>
            <a:rect r="r" b="b" t="t" l="l"/>
            <a:pathLst>
              <a:path h="2160727" w="2160727">
                <a:moveTo>
                  <a:pt x="0" y="0"/>
                </a:moveTo>
                <a:lnTo>
                  <a:pt x="2160726" y="0"/>
                </a:lnTo>
                <a:lnTo>
                  <a:pt x="2160726" y="2160727"/>
                </a:lnTo>
                <a:lnTo>
                  <a:pt x="0" y="216072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3923818" y="2160727"/>
            <a:ext cx="4364182" cy="2153601"/>
          </a:xfrm>
          <a:custGeom>
            <a:avLst/>
            <a:gdLst/>
            <a:ahLst/>
            <a:cxnLst/>
            <a:rect r="r" b="b" t="t" l="l"/>
            <a:pathLst>
              <a:path h="2153601" w="4364182">
                <a:moveTo>
                  <a:pt x="0" y="0"/>
                </a:moveTo>
                <a:lnTo>
                  <a:pt x="4364182" y="0"/>
                </a:lnTo>
                <a:lnTo>
                  <a:pt x="4364182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68000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469" y="0"/>
            <a:ext cx="18288000" cy="10479517"/>
            <a:chOff x="0" y="0"/>
            <a:chExt cx="24384000" cy="1397268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33397" cy="13147537"/>
            </a:xfrm>
            <a:custGeom>
              <a:avLst/>
              <a:gdLst/>
              <a:ahLst/>
              <a:cxnLst/>
              <a:rect r="r" b="b" t="t" l="l"/>
              <a:pathLst>
                <a:path h="13147537" w="2333397">
                  <a:moveTo>
                    <a:pt x="0" y="0"/>
                  </a:moveTo>
                  <a:lnTo>
                    <a:pt x="2333397" y="0"/>
                  </a:lnTo>
                  <a:lnTo>
                    <a:pt x="2333397" y="13147537"/>
                  </a:lnTo>
                  <a:lnTo>
                    <a:pt x="0" y="131475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9148440" y="8847622"/>
              <a:ext cx="2333397" cy="2303005"/>
            </a:xfrm>
            <a:custGeom>
              <a:avLst/>
              <a:gdLst/>
              <a:ahLst/>
              <a:cxnLst/>
              <a:rect r="r" b="b" t="t" l="l"/>
              <a:pathLst>
                <a:path h="2303005" w="2333397">
                  <a:moveTo>
                    <a:pt x="0" y="0"/>
                  </a:moveTo>
                  <a:lnTo>
                    <a:pt x="2333397" y="0"/>
                  </a:lnTo>
                  <a:lnTo>
                    <a:pt x="2333397" y="2303005"/>
                  </a:lnTo>
                  <a:lnTo>
                    <a:pt x="0" y="2303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7412976" y="9395831"/>
              <a:ext cx="6971024" cy="4342033"/>
            </a:xfrm>
            <a:custGeom>
              <a:avLst/>
              <a:gdLst/>
              <a:ahLst/>
              <a:cxnLst/>
              <a:rect r="r" b="b" t="t" l="l"/>
              <a:pathLst>
                <a:path h="4342033" w="6971024">
                  <a:moveTo>
                    <a:pt x="0" y="0"/>
                  </a:moveTo>
                  <a:lnTo>
                    <a:pt x="6971024" y="0"/>
                  </a:lnTo>
                  <a:lnTo>
                    <a:pt x="6971024" y="4342033"/>
                  </a:lnTo>
                  <a:lnTo>
                    <a:pt x="0" y="4342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5743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9395831"/>
              <a:ext cx="1750048" cy="4576859"/>
            </a:xfrm>
            <a:custGeom>
              <a:avLst/>
              <a:gdLst/>
              <a:ahLst/>
              <a:cxnLst/>
              <a:rect r="r" b="b" t="t" l="l"/>
              <a:pathLst>
                <a:path h="4576859" w="1750048">
                  <a:moveTo>
                    <a:pt x="0" y="0"/>
                  </a:moveTo>
                  <a:lnTo>
                    <a:pt x="1750048" y="0"/>
                  </a:lnTo>
                  <a:lnTo>
                    <a:pt x="1750048" y="4576858"/>
                  </a:lnTo>
                  <a:lnTo>
                    <a:pt x="0" y="4576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22633952" y="7273416"/>
              <a:ext cx="1750048" cy="5451418"/>
            </a:xfrm>
            <a:custGeom>
              <a:avLst/>
              <a:gdLst/>
              <a:ahLst/>
              <a:cxnLst/>
              <a:rect r="r" b="b" t="t" l="l"/>
              <a:pathLst>
                <a:path h="5451418" w="1750048">
                  <a:moveTo>
                    <a:pt x="0" y="0"/>
                  </a:moveTo>
                  <a:lnTo>
                    <a:pt x="1750048" y="0"/>
                  </a:lnTo>
                  <a:lnTo>
                    <a:pt x="1750048" y="5451417"/>
                  </a:lnTo>
                  <a:lnTo>
                    <a:pt x="0" y="54514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22275922" y="9395831"/>
              <a:ext cx="1472957" cy="3162988"/>
            </a:xfrm>
            <a:custGeom>
              <a:avLst/>
              <a:gdLst/>
              <a:ahLst/>
              <a:cxnLst/>
              <a:rect r="r" b="b" t="t" l="l"/>
              <a:pathLst>
                <a:path h="3162988" w="1472957">
                  <a:moveTo>
                    <a:pt x="0" y="0"/>
                  </a:moveTo>
                  <a:lnTo>
                    <a:pt x="1472956" y="0"/>
                  </a:lnTo>
                  <a:lnTo>
                    <a:pt x="1472956" y="3162988"/>
                  </a:lnTo>
                  <a:lnTo>
                    <a:pt x="0" y="3162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0" y="-57150"/>
            <a:ext cx="5986011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00"/>
              </a:lnSpc>
            </a:pPr>
            <a:r>
              <a:rPr lang="en-US" b="true" sz="7500" spc="150">
                <a:solidFill>
                  <a:srgbClr val="172243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TECHNICAL APPROACH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257365" y="1028700"/>
            <a:ext cx="5020450" cy="535667"/>
          </a:xfrm>
          <a:custGeom>
            <a:avLst/>
            <a:gdLst/>
            <a:ahLst/>
            <a:cxnLst/>
            <a:rect r="r" b="b" t="t" l="l"/>
            <a:pathLst>
              <a:path h="535667" w="5020450">
                <a:moveTo>
                  <a:pt x="0" y="0"/>
                </a:moveTo>
                <a:lnTo>
                  <a:pt x="5020450" y="0"/>
                </a:lnTo>
                <a:lnTo>
                  <a:pt x="5020450" y="535667"/>
                </a:lnTo>
                <a:lnTo>
                  <a:pt x="0" y="5356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250" t="0" r="-1125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923818" y="2160727"/>
            <a:ext cx="4364182" cy="2153601"/>
          </a:xfrm>
          <a:custGeom>
            <a:avLst/>
            <a:gdLst/>
            <a:ahLst/>
            <a:cxnLst/>
            <a:rect r="r" b="b" t="t" l="l"/>
            <a:pathLst>
              <a:path h="2153601" w="4364182">
                <a:moveTo>
                  <a:pt x="0" y="0"/>
                </a:moveTo>
                <a:lnTo>
                  <a:pt x="4364182" y="0"/>
                </a:lnTo>
                <a:lnTo>
                  <a:pt x="4364182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68000"/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178937" y="216170"/>
            <a:ext cx="2160727" cy="2160727"/>
          </a:xfrm>
          <a:custGeom>
            <a:avLst/>
            <a:gdLst/>
            <a:ahLst/>
            <a:cxnLst/>
            <a:rect r="r" b="b" t="t" l="l"/>
            <a:pathLst>
              <a:path h="2160727" w="2160727">
                <a:moveTo>
                  <a:pt x="0" y="0"/>
                </a:moveTo>
                <a:lnTo>
                  <a:pt x="2160726" y="0"/>
                </a:lnTo>
                <a:lnTo>
                  <a:pt x="2160726" y="2160727"/>
                </a:lnTo>
                <a:lnTo>
                  <a:pt x="0" y="216072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750048" cy="9860652"/>
          </a:xfrm>
          <a:custGeom>
            <a:avLst/>
            <a:gdLst/>
            <a:ahLst/>
            <a:cxnLst/>
            <a:rect r="r" b="b" t="t" l="l"/>
            <a:pathLst>
              <a:path h="9860652" w="1750048">
                <a:moveTo>
                  <a:pt x="0" y="0"/>
                </a:moveTo>
                <a:lnTo>
                  <a:pt x="1750048" y="0"/>
                </a:lnTo>
                <a:lnTo>
                  <a:pt x="1750048" y="9860652"/>
                </a:lnTo>
                <a:lnTo>
                  <a:pt x="0" y="98606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7046873"/>
            <a:ext cx="1312536" cy="3432644"/>
          </a:xfrm>
          <a:custGeom>
            <a:avLst/>
            <a:gdLst/>
            <a:ahLst/>
            <a:cxnLst/>
            <a:rect r="r" b="b" t="t" l="l"/>
            <a:pathLst>
              <a:path h="3432644" w="1312536">
                <a:moveTo>
                  <a:pt x="0" y="0"/>
                </a:moveTo>
                <a:lnTo>
                  <a:pt x="1312536" y="0"/>
                </a:lnTo>
                <a:lnTo>
                  <a:pt x="1312536" y="3432644"/>
                </a:lnTo>
                <a:lnTo>
                  <a:pt x="0" y="34326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3059732" y="5455062"/>
            <a:ext cx="5228268" cy="4848336"/>
            <a:chOff x="0" y="0"/>
            <a:chExt cx="6971024" cy="646444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735464" y="1574206"/>
              <a:ext cx="2333397" cy="2303005"/>
            </a:xfrm>
            <a:custGeom>
              <a:avLst/>
              <a:gdLst/>
              <a:ahLst/>
              <a:cxnLst/>
              <a:rect r="r" b="b" t="t" l="l"/>
              <a:pathLst>
                <a:path h="2303005" w="2333397">
                  <a:moveTo>
                    <a:pt x="0" y="0"/>
                  </a:moveTo>
                  <a:lnTo>
                    <a:pt x="2333397" y="0"/>
                  </a:lnTo>
                  <a:lnTo>
                    <a:pt x="2333397" y="2303005"/>
                  </a:lnTo>
                  <a:lnTo>
                    <a:pt x="0" y="2303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2122415"/>
              <a:ext cx="6971024" cy="4342033"/>
            </a:xfrm>
            <a:custGeom>
              <a:avLst/>
              <a:gdLst/>
              <a:ahLst/>
              <a:cxnLst/>
              <a:rect r="r" b="b" t="t" l="l"/>
              <a:pathLst>
                <a:path h="4342033" w="6971024">
                  <a:moveTo>
                    <a:pt x="0" y="0"/>
                  </a:moveTo>
                  <a:lnTo>
                    <a:pt x="6971024" y="0"/>
                  </a:lnTo>
                  <a:lnTo>
                    <a:pt x="6971024" y="4342033"/>
                  </a:lnTo>
                  <a:lnTo>
                    <a:pt x="0" y="4342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5743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5220976" y="0"/>
              <a:ext cx="1750048" cy="5451418"/>
            </a:xfrm>
            <a:custGeom>
              <a:avLst/>
              <a:gdLst/>
              <a:ahLst/>
              <a:cxnLst/>
              <a:rect r="r" b="b" t="t" l="l"/>
              <a:pathLst>
                <a:path h="5451418" w="1750048">
                  <a:moveTo>
                    <a:pt x="0" y="0"/>
                  </a:moveTo>
                  <a:lnTo>
                    <a:pt x="1750048" y="0"/>
                  </a:lnTo>
                  <a:lnTo>
                    <a:pt x="1750048" y="5451418"/>
                  </a:lnTo>
                  <a:lnTo>
                    <a:pt x="0" y="54514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4862945" y="2122415"/>
              <a:ext cx="1472957" cy="3162988"/>
            </a:xfrm>
            <a:custGeom>
              <a:avLst/>
              <a:gdLst/>
              <a:ahLst/>
              <a:cxnLst/>
              <a:rect r="r" b="b" t="t" l="l"/>
              <a:pathLst>
                <a:path h="3162988" w="1472957">
                  <a:moveTo>
                    <a:pt x="0" y="0"/>
                  </a:moveTo>
                  <a:lnTo>
                    <a:pt x="1472957" y="0"/>
                  </a:lnTo>
                  <a:lnTo>
                    <a:pt x="1472957" y="3162989"/>
                  </a:lnTo>
                  <a:lnTo>
                    <a:pt x="0" y="31629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0" y="-57150"/>
            <a:ext cx="7321566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00"/>
              </a:lnSpc>
            </a:pPr>
            <a:r>
              <a:rPr lang="en-US" b="true" sz="7500" spc="150">
                <a:solidFill>
                  <a:srgbClr val="172243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FEASIBILITY AND VIABILITY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334880" y="1028700"/>
            <a:ext cx="5020450" cy="535667"/>
          </a:xfrm>
          <a:custGeom>
            <a:avLst/>
            <a:gdLst/>
            <a:ahLst/>
            <a:cxnLst/>
            <a:rect r="r" b="b" t="t" l="l"/>
            <a:pathLst>
              <a:path h="535667" w="5020450">
                <a:moveTo>
                  <a:pt x="0" y="0"/>
                </a:moveTo>
                <a:lnTo>
                  <a:pt x="5020450" y="0"/>
                </a:lnTo>
                <a:lnTo>
                  <a:pt x="5020450" y="535667"/>
                </a:lnTo>
                <a:lnTo>
                  <a:pt x="0" y="5356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250" t="0" r="-1125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923818" y="2160727"/>
            <a:ext cx="4364182" cy="2153601"/>
          </a:xfrm>
          <a:custGeom>
            <a:avLst/>
            <a:gdLst/>
            <a:ahLst/>
            <a:cxnLst/>
            <a:rect r="r" b="b" t="t" l="l"/>
            <a:pathLst>
              <a:path h="2153601" w="4364182">
                <a:moveTo>
                  <a:pt x="0" y="0"/>
                </a:moveTo>
                <a:lnTo>
                  <a:pt x="4364182" y="0"/>
                </a:lnTo>
                <a:lnTo>
                  <a:pt x="4364182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68000"/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178937" y="216170"/>
            <a:ext cx="2160727" cy="2160727"/>
          </a:xfrm>
          <a:custGeom>
            <a:avLst/>
            <a:gdLst/>
            <a:ahLst/>
            <a:cxnLst/>
            <a:rect r="r" b="b" t="t" l="l"/>
            <a:pathLst>
              <a:path h="2160727" w="2160727">
                <a:moveTo>
                  <a:pt x="0" y="0"/>
                </a:moveTo>
                <a:lnTo>
                  <a:pt x="2160726" y="0"/>
                </a:lnTo>
                <a:lnTo>
                  <a:pt x="2160726" y="2160727"/>
                </a:lnTo>
                <a:lnTo>
                  <a:pt x="0" y="216072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479517"/>
            <a:chOff x="0" y="0"/>
            <a:chExt cx="24384000" cy="1397268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33397" cy="13147537"/>
            </a:xfrm>
            <a:custGeom>
              <a:avLst/>
              <a:gdLst/>
              <a:ahLst/>
              <a:cxnLst/>
              <a:rect r="r" b="b" t="t" l="l"/>
              <a:pathLst>
                <a:path h="13147537" w="2333397">
                  <a:moveTo>
                    <a:pt x="0" y="0"/>
                  </a:moveTo>
                  <a:lnTo>
                    <a:pt x="2333397" y="0"/>
                  </a:lnTo>
                  <a:lnTo>
                    <a:pt x="2333397" y="13147537"/>
                  </a:lnTo>
                  <a:lnTo>
                    <a:pt x="0" y="131475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9148440" y="8847622"/>
              <a:ext cx="2333397" cy="2303005"/>
            </a:xfrm>
            <a:custGeom>
              <a:avLst/>
              <a:gdLst/>
              <a:ahLst/>
              <a:cxnLst/>
              <a:rect r="r" b="b" t="t" l="l"/>
              <a:pathLst>
                <a:path h="2303005" w="2333397">
                  <a:moveTo>
                    <a:pt x="0" y="0"/>
                  </a:moveTo>
                  <a:lnTo>
                    <a:pt x="2333397" y="0"/>
                  </a:lnTo>
                  <a:lnTo>
                    <a:pt x="2333397" y="2303005"/>
                  </a:lnTo>
                  <a:lnTo>
                    <a:pt x="0" y="2303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7412976" y="9395831"/>
              <a:ext cx="6971024" cy="4342033"/>
            </a:xfrm>
            <a:custGeom>
              <a:avLst/>
              <a:gdLst/>
              <a:ahLst/>
              <a:cxnLst/>
              <a:rect r="r" b="b" t="t" l="l"/>
              <a:pathLst>
                <a:path h="4342033" w="6971024">
                  <a:moveTo>
                    <a:pt x="0" y="0"/>
                  </a:moveTo>
                  <a:lnTo>
                    <a:pt x="6971024" y="0"/>
                  </a:lnTo>
                  <a:lnTo>
                    <a:pt x="6971024" y="4342033"/>
                  </a:lnTo>
                  <a:lnTo>
                    <a:pt x="0" y="4342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5743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9395831"/>
              <a:ext cx="1750048" cy="4576859"/>
            </a:xfrm>
            <a:custGeom>
              <a:avLst/>
              <a:gdLst/>
              <a:ahLst/>
              <a:cxnLst/>
              <a:rect r="r" b="b" t="t" l="l"/>
              <a:pathLst>
                <a:path h="4576859" w="1750048">
                  <a:moveTo>
                    <a:pt x="0" y="0"/>
                  </a:moveTo>
                  <a:lnTo>
                    <a:pt x="1750048" y="0"/>
                  </a:lnTo>
                  <a:lnTo>
                    <a:pt x="1750048" y="4576858"/>
                  </a:lnTo>
                  <a:lnTo>
                    <a:pt x="0" y="4576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22633952" y="7273416"/>
              <a:ext cx="1750048" cy="5451418"/>
            </a:xfrm>
            <a:custGeom>
              <a:avLst/>
              <a:gdLst/>
              <a:ahLst/>
              <a:cxnLst/>
              <a:rect r="r" b="b" t="t" l="l"/>
              <a:pathLst>
                <a:path h="5451418" w="1750048">
                  <a:moveTo>
                    <a:pt x="0" y="0"/>
                  </a:moveTo>
                  <a:lnTo>
                    <a:pt x="1750048" y="0"/>
                  </a:lnTo>
                  <a:lnTo>
                    <a:pt x="1750048" y="5451417"/>
                  </a:lnTo>
                  <a:lnTo>
                    <a:pt x="0" y="54514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22275922" y="9395831"/>
              <a:ext cx="1472957" cy="3162988"/>
            </a:xfrm>
            <a:custGeom>
              <a:avLst/>
              <a:gdLst/>
              <a:ahLst/>
              <a:cxnLst/>
              <a:rect r="r" b="b" t="t" l="l"/>
              <a:pathLst>
                <a:path h="3162988" w="1472957">
                  <a:moveTo>
                    <a:pt x="0" y="0"/>
                  </a:moveTo>
                  <a:lnTo>
                    <a:pt x="1472956" y="0"/>
                  </a:lnTo>
                  <a:lnTo>
                    <a:pt x="1472956" y="3162988"/>
                  </a:lnTo>
                  <a:lnTo>
                    <a:pt x="0" y="3162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-529376" y="-57150"/>
            <a:ext cx="7321566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00"/>
              </a:lnSpc>
            </a:pPr>
            <a:r>
              <a:rPr lang="en-US" b="true" sz="7500" spc="150">
                <a:solidFill>
                  <a:srgbClr val="172243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IMPACT AND BENEFITS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355509" y="1028700"/>
            <a:ext cx="5020450" cy="535667"/>
          </a:xfrm>
          <a:custGeom>
            <a:avLst/>
            <a:gdLst/>
            <a:ahLst/>
            <a:cxnLst/>
            <a:rect r="r" b="b" t="t" l="l"/>
            <a:pathLst>
              <a:path h="535667" w="5020450">
                <a:moveTo>
                  <a:pt x="0" y="0"/>
                </a:moveTo>
                <a:lnTo>
                  <a:pt x="5020449" y="0"/>
                </a:lnTo>
                <a:lnTo>
                  <a:pt x="5020449" y="535667"/>
                </a:lnTo>
                <a:lnTo>
                  <a:pt x="0" y="5356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250" t="0" r="-1125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923818" y="2160727"/>
            <a:ext cx="4364182" cy="2153601"/>
          </a:xfrm>
          <a:custGeom>
            <a:avLst/>
            <a:gdLst/>
            <a:ahLst/>
            <a:cxnLst/>
            <a:rect r="r" b="b" t="t" l="l"/>
            <a:pathLst>
              <a:path h="2153601" w="4364182">
                <a:moveTo>
                  <a:pt x="0" y="0"/>
                </a:moveTo>
                <a:lnTo>
                  <a:pt x="4364182" y="0"/>
                </a:lnTo>
                <a:lnTo>
                  <a:pt x="4364182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68000"/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178937" y="216170"/>
            <a:ext cx="2160727" cy="2160727"/>
          </a:xfrm>
          <a:custGeom>
            <a:avLst/>
            <a:gdLst/>
            <a:ahLst/>
            <a:cxnLst/>
            <a:rect r="r" b="b" t="t" l="l"/>
            <a:pathLst>
              <a:path h="2160727" w="2160727">
                <a:moveTo>
                  <a:pt x="0" y="0"/>
                </a:moveTo>
                <a:lnTo>
                  <a:pt x="2160726" y="0"/>
                </a:lnTo>
                <a:lnTo>
                  <a:pt x="2160726" y="2160727"/>
                </a:lnTo>
                <a:lnTo>
                  <a:pt x="0" y="216072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479517"/>
            <a:chOff x="0" y="0"/>
            <a:chExt cx="24384000" cy="1397268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33397" cy="13147537"/>
            </a:xfrm>
            <a:custGeom>
              <a:avLst/>
              <a:gdLst/>
              <a:ahLst/>
              <a:cxnLst/>
              <a:rect r="r" b="b" t="t" l="l"/>
              <a:pathLst>
                <a:path h="13147537" w="2333397">
                  <a:moveTo>
                    <a:pt x="0" y="0"/>
                  </a:moveTo>
                  <a:lnTo>
                    <a:pt x="2333397" y="0"/>
                  </a:lnTo>
                  <a:lnTo>
                    <a:pt x="2333397" y="13147537"/>
                  </a:lnTo>
                  <a:lnTo>
                    <a:pt x="0" y="131475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9148440" y="8847622"/>
              <a:ext cx="2333397" cy="2303005"/>
            </a:xfrm>
            <a:custGeom>
              <a:avLst/>
              <a:gdLst/>
              <a:ahLst/>
              <a:cxnLst/>
              <a:rect r="r" b="b" t="t" l="l"/>
              <a:pathLst>
                <a:path h="2303005" w="2333397">
                  <a:moveTo>
                    <a:pt x="0" y="0"/>
                  </a:moveTo>
                  <a:lnTo>
                    <a:pt x="2333397" y="0"/>
                  </a:lnTo>
                  <a:lnTo>
                    <a:pt x="2333397" y="2303005"/>
                  </a:lnTo>
                  <a:lnTo>
                    <a:pt x="0" y="2303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7412976" y="9395831"/>
              <a:ext cx="6971024" cy="4342033"/>
            </a:xfrm>
            <a:custGeom>
              <a:avLst/>
              <a:gdLst/>
              <a:ahLst/>
              <a:cxnLst/>
              <a:rect r="r" b="b" t="t" l="l"/>
              <a:pathLst>
                <a:path h="4342033" w="6971024">
                  <a:moveTo>
                    <a:pt x="0" y="0"/>
                  </a:moveTo>
                  <a:lnTo>
                    <a:pt x="6971024" y="0"/>
                  </a:lnTo>
                  <a:lnTo>
                    <a:pt x="6971024" y="4342033"/>
                  </a:lnTo>
                  <a:lnTo>
                    <a:pt x="0" y="4342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5743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9395831"/>
              <a:ext cx="1750048" cy="4576859"/>
            </a:xfrm>
            <a:custGeom>
              <a:avLst/>
              <a:gdLst/>
              <a:ahLst/>
              <a:cxnLst/>
              <a:rect r="r" b="b" t="t" l="l"/>
              <a:pathLst>
                <a:path h="4576859" w="1750048">
                  <a:moveTo>
                    <a:pt x="0" y="0"/>
                  </a:moveTo>
                  <a:lnTo>
                    <a:pt x="1750048" y="0"/>
                  </a:lnTo>
                  <a:lnTo>
                    <a:pt x="1750048" y="4576858"/>
                  </a:lnTo>
                  <a:lnTo>
                    <a:pt x="0" y="4576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22633952" y="7273416"/>
              <a:ext cx="1750048" cy="5451418"/>
            </a:xfrm>
            <a:custGeom>
              <a:avLst/>
              <a:gdLst/>
              <a:ahLst/>
              <a:cxnLst/>
              <a:rect r="r" b="b" t="t" l="l"/>
              <a:pathLst>
                <a:path h="5451418" w="1750048">
                  <a:moveTo>
                    <a:pt x="0" y="0"/>
                  </a:moveTo>
                  <a:lnTo>
                    <a:pt x="1750048" y="0"/>
                  </a:lnTo>
                  <a:lnTo>
                    <a:pt x="1750048" y="5451417"/>
                  </a:lnTo>
                  <a:lnTo>
                    <a:pt x="0" y="54514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22275922" y="9395831"/>
              <a:ext cx="1472957" cy="3162988"/>
            </a:xfrm>
            <a:custGeom>
              <a:avLst/>
              <a:gdLst/>
              <a:ahLst/>
              <a:cxnLst/>
              <a:rect r="r" b="b" t="t" l="l"/>
              <a:pathLst>
                <a:path h="3162988" w="1472957">
                  <a:moveTo>
                    <a:pt x="0" y="0"/>
                  </a:moveTo>
                  <a:lnTo>
                    <a:pt x="1472956" y="0"/>
                  </a:lnTo>
                  <a:lnTo>
                    <a:pt x="1472956" y="3162988"/>
                  </a:lnTo>
                  <a:lnTo>
                    <a:pt x="0" y="3162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-1221244" y="-57150"/>
            <a:ext cx="7321566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00"/>
              </a:lnSpc>
            </a:pPr>
            <a:r>
              <a:rPr lang="en-US" b="true" sz="7500" spc="150">
                <a:solidFill>
                  <a:srgbClr val="172243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DIFFERENTIATOR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355509" y="1028700"/>
            <a:ext cx="5020450" cy="535667"/>
          </a:xfrm>
          <a:custGeom>
            <a:avLst/>
            <a:gdLst/>
            <a:ahLst/>
            <a:cxnLst/>
            <a:rect r="r" b="b" t="t" l="l"/>
            <a:pathLst>
              <a:path h="535667" w="5020450">
                <a:moveTo>
                  <a:pt x="0" y="0"/>
                </a:moveTo>
                <a:lnTo>
                  <a:pt x="5020449" y="0"/>
                </a:lnTo>
                <a:lnTo>
                  <a:pt x="5020449" y="535667"/>
                </a:lnTo>
                <a:lnTo>
                  <a:pt x="0" y="5356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250" t="0" r="-1125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923818" y="2160727"/>
            <a:ext cx="4364182" cy="2153601"/>
          </a:xfrm>
          <a:custGeom>
            <a:avLst/>
            <a:gdLst/>
            <a:ahLst/>
            <a:cxnLst/>
            <a:rect r="r" b="b" t="t" l="l"/>
            <a:pathLst>
              <a:path h="2153601" w="4364182">
                <a:moveTo>
                  <a:pt x="0" y="0"/>
                </a:moveTo>
                <a:lnTo>
                  <a:pt x="4364182" y="0"/>
                </a:lnTo>
                <a:lnTo>
                  <a:pt x="4364182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68000"/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178937" y="216170"/>
            <a:ext cx="2160727" cy="2160727"/>
          </a:xfrm>
          <a:custGeom>
            <a:avLst/>
            <a:gdLst/>
            <a:ahLst/>
            <a:cxnLst/>
            <a:rect r="r" b="b" t="t" l="l"/>
            <a:pathLst>
              <a:path h="2160727" w="2160727">
                <a:moveTo>
                  <a:pt x="0" y="0"/>
                </a:moveTo>
                <a:lnTo>
                  <a:pt x="2160726" y="0"/>
                </a:lnTo>
                <a:lnTo>
                  <a:pt x="2160726" y="2160727"/>
                </a:lnTo>
                <a:lnTo>
                  <a:pt x="0" y="216072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4711687"/>
            <a:ext cx="6540804" cy="5148966"/>
          </a:xfrm>
          <a:custGeom>
            <a:avLst/>
            <a:gdLst/>
            <a:ahLst/>
            <a:cxnLst/>
            <a:rect r="r" b="b" t="t" l="l"/>
            <a:pathLst>
              <a:path h="5148966" w="6540804">
                <a:moveTo>
                  <a:pt x="0" y="0"/>
                </a:moveTo>
                <a:lnTo>
                  <a:pt x="6540804" y="0"/>
                </a:lnTo>
                <a:lnTo>
                  <a:pt x="6540804" y="5148965"/>
                </a:lnTo>
                <a:lnTo>
                  <a:pt x="0" y="51489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175196" y="6854356"/>
            <a:ext cx="4364182" cy="3006296"/>
          </a:xfrm>
          <a:custGeom>
            <a:avLst/>
            <a:gdLst/>
            <a:ahLst/>
            <a:cxnLst/>
            <a:rect r="r" b="b" t="t" l="l"/>
            <a:pathLst>
              <a:path h="3006296" w="4364182">
                <a:moveTo>
                  <a:pt x="0" y="0"/>
                </a:moveTo>
                <a:lnTo>
                  <a:pt x="4364182" y="0"/>
                </a:lnTo>
                <a:lnTo>
                  <a:pt x="4364182" y="3006296"/>
                </a:lnTo>
                <a:lnTo>
                  <a:pt x="0" y="30062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789330" y="7499343"/>
            <a:ext cx="8498670" cy="2361309"/>
          </a:xfrm>
          <a:custGeom>
            <a:avLst/>
            <a:gdLst/>
            <a:ahLst/>
            <a:cxnLst/>
            <a:rect r="r" b="b" t="t" l="l"/>
            <a:pathLst>
              <a:path h="2361309" w="8498670">
                <a:moveTo>
                  <a:pt x="0" y="0"/>
                </a:moveTo>
                <a:lnTo>
                  <a:pt x="8498670" y="0"/>
                </a:lnTo>
                <a:lnTo>
                  <a:pt x="8498670" y="2361309"/>
                </a:lnTo>
                <a:lnTo>
                  <a:pt x="0" y="23613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7280704"/>
            <a:ext cx="16986402" cy="2798589"/>
          </a:xfrm>
          <a:custGeom>
            <a:avLst/>
            <a:gdLst/>
            <a:ahLst/>
            <a:cxnLst/>
            <a:rect r="r" b="b" t="t" l="l"/>
            <a:pathLst>
              <a:path h="2798589" w="16986402">
                <a:moveTo>
                  <a:pt x="0" y="0"/>
                </a:moveTo>
                <a:lnTo>
                  <a:pt x="16986402" y="0"/>
                </a:lnTo>
                <a:lnTo>
                  <a:pt x="16986402" y="2798588"/>
                </a:lnTo>
                <a:lnTo>
                  <a:pt x="0" y="279858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01598" y="6635716"/>
            <a:ext cx="1312536" cy="3443576"/>
          </a:xfrm>
          <a:custGeom>
            <a:avLst/>
            <a:gdLst/>
            <a:ahLst/>
            <a:cxnLst/>
            <a:rect r="r" b="b" t="t" l="l"/>
            <a:pathLst>
              <a:path h="3443576" w="1312536">
                <a:moveTo>
                  <a:pt x="0" y="0"/>
                </a:moveTo>
                <a:lnTo>
                  <a:pt x="1312536" y="0"/>
                </a:lnTo>
                <a:lnTo>
                  <a:pt x="1312536" y="3443576"/>
                </a:lnTo>
                <a:lnTo>
                  <a:pt x="0" y="344357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176622" y="5990729"/>
            <a:ext cx="1531292" cy="4088563"/>
          </a:xfrm>
          <a:custGeom>
            <a:avLst/>
            <a:gdLst/>
            <a:ahLst/>
            <a:cxnLst/>
            <a:rect r="r" b="b" t="t" l="l"/>
            <a:pathLst>
              <a:path h="4088563" w="1531292">
                <a:moveTo>
                  <a:pt x="0" y="0"/>
                </a:moveTo>
                <a:lnTo>
                  <a:pt x="1531292" y="0"/>
                </a:lnTo>
                <a:lnTo>
                  <a:pt x="1531292" y="4088563"/>
                </a:lnTo>
                <a:lnTo>
                  <a:pt x="0" y="408856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840976" y="6635716"/>
            <a:ext cx="1312536" cy="3443576"/>
          </a:xfrm>
          <a:custGeom>
            <a:avLst/>
            <a:gdLst/>
            <a:ahLst/>
            <a:cxnLst/>
            <a:rect r="r" b="b" t="t" l="l"/>
            <a:pathLst>
              <a:path h="3443576" w="1312536">
                <a:moveTo>
                  <a:pt x="0" y="0"/>
                </a:moveTo>
                <a:lnTo>
                  <a:pt x="1312536" y="0"/>
                </a:lnTo>
                <a:lnTo>
                  <a:pt x="1312536" y="3443576"/>
                </a:lnTo>
                <a:lnTo>
                  <a:pt x="0" y="344357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923818" y="7280704"/>
            <a:ext cx="1104718" cy="2579949"/>
          </a:xfrm>
          <a:custGeom>
            <a:avLst/>
            <a:gdLst/>
            <a:ahLst/>
            <a:cxnLst/>
            <a:rect r="r" b="b" t="t" l="l"/>
            <a:pathLst>
              <a:path h="2579949" w="1104718">
                <a:moveTo>
                  <a:pt x="0" y="0"/>
                </a:moveTo>
                <a:lnTo>
                  <a:pt x="1104718" y="0"/>
                </a:lnTo>
                <a:lnTo>
                  <a:pt x="1104718" y="2579948"/>
                </a:lnTo>
                <a:lnTo>
                  <a:pt x="0" y="257994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0" y="9423373"/>
            <a:ext cx="18288000" cy="863627"/>
          </a:xfrm>
          <a:custGeom>
            <a:avLst/>
            <a:gdLst/>
            <a:ahLst/>
            <a:cxnLst/>
            <a:rect r="r" b="b" t="t" l="l"/>
            <a:pathLst>
              <a:path h="863627" w="18288000">
                <a:moveTo>
                  <a:pt x="0" y="0"/>
                </a:moveTo>
                <a:lnTo>
                  <a:pt x="18288000" y="0"/>
                </a:lnTo>
                <a:lnTo>
                  <a:pt x="18288000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5663020" y="3238633"/>
            <a:ext cx="6961960" cy="2220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129"/>
              </a:lnSpc>
            </a:pPr>
            <a:r>
              <a:rPr lang="en-US" b="true" sz="14129" spc="282">
                <a:solidFill>
                  <a:srgbClr val="141D40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THANK YOU!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3259464" y="5459607"/>
            <a:ext cx="11769072" cy="218640"/>
          </a:xfrm>
          <a:custGeom>
            <a:avLst/>
            <a:gdLst/>
            <a:ahLst/>
            <a:cxnLst/>
            <a:rect r="r" b="b" t="t" l="l"/>
            <a:pathLst>
              <a:path h="218640" w="11769072">
                <a:moveTo>
                  <a:pt x="0" y="0"/>
                </a:moveTo>
                <a:lnTo>
                  <a:pt x="11769072" y="0"/>
                </a:lnTo>
                <a:lnTo>
                  <a:pt x="11769072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7517132" y="5877000"/>
            <a:ext cx="3296956" cy="874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54"/>
              </a:lnSpc>
            </a:pPr>
            <a:r>
              <a:rPr lang="en-US" b="true" sz="5554" spc="276">
                <a:solidFill>
                  <a:srgbClr val="323F9D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VORTEXA 3.0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581401" y="7052188"/>
            <a:ext cx="1168417" cy="865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54"/>
              </a:lnSpc>
            </a:pPr>
            <a:r>
              <a:rPr lang="en-US" b="true" sz="5554" spc="276">
                <a:solidFill>
                  <a:srgbClr val="ED8076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AIRS</a:t>
            </a:r>
          </a:p>
        </p:txBody>
      </p:sp>
      <p:sp>
        <p:nvSpPr>
          <p:cNvPr name="TextBox 16" id="16"/>
          <p:cNvSpPr txBox="true"/>
          <p:nvPr/>
        </p:nvSpPr>
        <p:spPr>
          <a:xfrm rot="-769921">
            <a:off x="15555796" y="4644632"/>
            <a:ext cx="1911526" cy="1704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55"/>
              </a:lnSpc>
            </a:pPr>
            <a:r>
              <a:rPr lang="en-US" sz="5211">
                <a:solidFill>
                  <a:srgbClr val="ED8076"/>
                </a:solidFill>
                <a:latin typeface="Heading Now 31-38"/>
                <a:ea typeface="Heading Now 31-38"/>
                <a:cs typeface="Heading Now 31-38"/>
                <a:sym typeface="Heading Now 31-38"/>
              </a:rPr>
              <a:t>Game’s</a:t>
            </a:r>
          </a:p>
          <a:p>
            <a:pPr algn="ctr">
              <a:lnSpc>
                <a:spcPts val="6255"/>
              </a:lnSpc>
            </a:pPr>
            <a:r>
              <a:rPr lang="en-US" sz="5211">
                <a:solidFill>
                  <a:srgbClr val="ED8076"/>
                </a:solidFill>
                <a:latin typeface="Heading Now 31-38"/>
                <a:ea typeface="Heading Now 31-38"/>
                <a:cs typeface="Heading Now 31-38"/>
                <a:sym typeface="Heading Now 31-38"/>
              </a:rPr>
              <a:t>Still On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5892622" y="5998497"/>
            <a:ext cx="2187560" cy="1082267"/>
          </a:xfrm>
          <a:custGeom>
            <a:avLst/>
            <a:gdLst/>
            <a:ahLst/>
            <a:cxnLst/>
            <a:rect r="r" b="b" t="t" l="l"/>
            <a:pathLst>
              <a:path h="1082267" w="2187560">
                <a:moveTo>
                  <a:pt x="0" y="0"/>
                </a:moveTo>
                <a:lnTo>
                  <a:pt x="2187560" y="0"/>
                </a:lnTo>
                <a:lnTo>
                  <a:pt x="2187560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6178937" y="216170"/>
            <a:ext cx="2160727" cy="2160727"/>
          </a:xfrm>
          <a:custGeom>
            <a:avLst/>
            <a:gdLst/>
            <a:ahLst/>
            <a:cxnLst/>
            <a:rect r="r" b="b" t="t" l="l"/>
            <a:pathLst>
              <a:path h="2160727" w="2160727">
                <a:moveTo>
                  <a:pt x="0" y="0"/>
                </a:moveTo>
                <a:lnTo>
                  <a:pt x="2160726" y="0"/>
                </a:lnTo>
                <a:lnTo>
                  <a:pt x="2160726" y="2160727"/>
                </a:lnTo>
                <a:lnTo>
                  <a:pt x="0" y="216072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DAHXr7I3BNw</dc:identifier>
  <dcterms:modified xsi:type="dcterms:W3CDTF">2011-08-01T06:04:30Z</dcterms:modified>
  <cp:revision>1</cp:revision>
  <dc:title>VORTEXA 3.0 Hackathon</dc:title>
</cp:coreProperties>
</file>